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Data Poisoning Mitigation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Joint Influence Estimation (JIE) + Representation-Level Outlier Detection (RLOD)</a:t>
            </a:r>
          </a:p>
          <a:p>
            <a:r>
              <a:t>A Multi-Layer Defense Against Backdoor Attacks</a:t>
            </a:r>
          </a:p>
          <a:p/>
          <a:p>
            <a:r>
              <a:t>Team Members:</a:t>
            </a:r>
          </a:p>
          <a:p>
            <a:r>
              <a:t>ASI23CA024 - Avinash  |  ASI23CA046 - Nandhana Ramachandran</a:t>
            </a:r>
          </a:p>
          <a:p>
            <a:r>
              <a:t>ASI23CA030 - Fayiza K H  |  ASI23CA036 - Jinendran S</a:t>
            </a:r>
          </a:p>
          <a:p>
            <a:r>
              <a:t>Mentor: Dr Binju Saju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Department of Computer Applications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Team Members:</a:t>
            </a:r>
          </a:p>
          <a:p>
            <a:pPr lvl="1">
              <a:defRPr sz="1800"/>
            </a:pPr>
            <a:r>
              <a:t>ASI23CA024 - Avinash</a:t>
            </a:r>
          </a:p>
          <a:p>
            <a:pPr lvl="1">
              <a:defRPr sz="1800"/>
            </a:pPr>
            <a:r>
              <a:t>ASI23CA046 - Nandhana Ramachandran</a:t>
            </a:r>
          </a:p>
          <a:p>
            <a:pPr lvl="1">
              <a:defRPr sz="1800"/>
            </a:pPr>
            <a:r>
              <a:t>ASI23CA030 - Fayiza K H</a:t>
            </a:r>
          </a:p>
          <a:p>
            <a:pPr lvl="1">
              <a:defRPr sz="1800"/>
            </a:pPr>
            <a:r>
              <a:t>ASI23CA036 - Jinendran 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Project Mentor:</a:t>
            </a:r>
          </a:p>
          <a:p>
            <a:pPr lvl="1">
              <a:defRPr sz="1800"/>
            </a:pPr>
            <a:r>
              <a:t>Dr Binju Saju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Project Title: AI Data Poisoning Mitigation System (Poison Guard)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What is Data Poisoning?</a:t>
            </a:r>
          </a:p>
          <a:p>
            <a:pPr lvl="1">
              <a:defRPr sz="1800"/>
            </a:pPr>
            <a:r>
              <a:t>Malicious actors inject corrupted data into training datasets</a:t>
            </a:r>
          </a:p>
          <a:p>
            <a:pPr lvl="1">
              <a:defRPr sz="1800"/>
            </a:pPr>
            <a:r>
              <a:t>Can compromise models with as few as 250 poisoned samples</a:t>
            </a:r>
          </a:p>
          <a:p>
            <a:pPr lvl="1">
              <a:defRPr sz="1800"/>
            </a:pPr>
            <a:r>
              <a:t>Results in backdoors, biased behavior, and degraded performance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Our Solution: Three-Layer Defense System</a:t>
            </a:r>
          </a:p>
          <a:p>
            <a:pPr lvl="1">
              <a:defRPr sz="1800"/>
            </a:pPr>
            <a:r>
              <a:t>JIE Model: TracIn-based influence estimation for trigger detection</a:t>
            </a:r>
          </a:p>
          <a:p>
            <a:pPr lvl="1">
              <a:defRPr sz="1800"/>
            </a:pPr>
            <a:r>
              <a:t>RLOD Model: kNN + spectral analysis for representation-level outliers</a:t>
            </a:r>
          </a:p>
          <a:p>
            <a:pPr lvl="1">
              <a:defRPr sz="1800"/>
            </a:pPr>
            <a:r>
              <a:t>Robust Training: Integrates detection outputs with soft weighting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 Prevent successful poisoning with ≤250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POISON GUARD SYSTEM ARCHITECTURE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┌───────────────────────┐            ┌────────────────────────────┐</a:t>
            </a:r>
            <a:br/>
            <a:r>
              <a:t>│   Frontend (React)    │◄──────────►│  Backend (FastAPI+Celery)  │</a:t>
            </a:r>
            <a:br/>
            <a:r>
              <a:t>│   Port: 3000          │   HTTP     │  Port: 8000                │</a:t>
            </a:r>
            <a:br/>
            <a:r>
              <a:t>├───────────────────────┤            ├────────────────────────────┤</a:t>
            </a:r>
            <a:br/>
            <a:r>
              <a:t>│ • Dashboard           │            │ • Detection Engines        │</a:t>
            </a:r>
            <a:br/>
            <a:r>
              <a:t>│ • Chatbot             │            │   - JIE Detector           │</a:t>
            </a:r>
            <a:br/>
            <a:r>
              <a:t>│ • Settings            │            │   - RLOD Detector          │</a:t>
            </a:r>
            <a:br/>
            <a:r>
              <a:t>│ • Analytics Charts    │            │   - Combined (60/40)       │</a:t>
            </a:r>
            <a:br/>
            <a:r>
              <a:t>└───────────────────────┘            │                            │</a:t>
            </a:r>
            <a:br/>
            <a:r>
              <a:t>                                     │ • Celery Workers           │</a:t>
            </a:r>
            <a:br/>
            <a:r>
              <a:t>                                     │ • Model Management         │</a:t>
            </a:r>
            <a:br/>
            <a:r>
              <a:t>                                     │ • Redis Cache              │</a:t>
            </a:r>
            <a:br/>
            <a:r>
              <a:t>                                     └────────────────────────────┘</a:t>
            </a:r>
            <a:br/>
            <a:r>
              <a:t>                                                  │</a:t>
            </a:r>
            <a:br/>
            <a:r>
              <a:t>                                                  ▼</a:t>
            </a:r>
            <a:br/>
            <a:r>
              <a:t>                    ┌─────────────────────────────────────────┐</a:t>
            </a:r>
            <a:br/>
            <a:r>
              <a:t>                    │        Detection Models                 │</a:t>
            </a:r>
            <a:br/>
            <a:r>
              <a:t>                    ├─────────────────────────────────────────┤</a:t>
            </a:r>
            <a:br/>
            <a:r>
              <a:t>                    │ • GPT-2-Medium (Base Model)             │</a:t>
            </a:r>
            <a:br/>
            <a:r>
              <a:t>                    │ • JIE: TracIn with last-layer gradients │</a:t>
            </a:r>
            <a:br/>
            <a:r>
              <a:t>                    │ • RLOD: Embeddings + kNN + Spectral     │</a:t>
            </a:r>
            <a:br/>
            <a:r>
              <a:t>                    └─────────────────────────────────────────┘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3366"/>
                </a:solidFill>
              </a:defRPr>
            </a:pPr>
            <a:r>
              <a:t>Detection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1: User Submits Samples (via Dashboard/API/Chatbot)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87452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2: Frontend Validates &amp; Formats Data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288036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3: POST Request to Backend (/api/detect)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388620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4: Load GPT-2-Medium Model &amp; Initialize Detectors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489204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5: Run JIE Detection (TracIn gradients)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589788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612648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6: Run RLOD Detection (kNN + Spectral)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690372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7132320"/>
            <a:ext cx="5486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7: Combine Scores (JIE×60% + RLOD×40%)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89120" y="790956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8138160"/>
            <a:ext cx="5486400" cy="731520"/>
          </a:xfrm>
          <a:prstGeom prst="roundRect">
            <a:avLst/>
          </a:prstGeom>
          <a:solidFill>
            <a:srgbClr val="5482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8: Return Results with Poisoning Probability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JIE Algorithm: Joint Influence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Concept: TracIn Method</a:t>
            </a:r>
          </a:p>
          <a:p>
            <a:pPr lvl="1">
              <a:defRPr sz="1800"/>
            </a:pPr>
            <a:r>
              <a:t>TracIn = Tracing training data influence using gradients</a:t>
            </a:r>
          </a:p>
          <a:p>
            <a:pPr lvl="1">
              <a:defRPr sz="1800"/>
            </a:pPr>
            <a:r>
              <a:t>Measures how each sample affects model predictions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Features:</a:t>
            </a:r>
          </a:p>
          <a:p>
            <a:pPr lvl="1">
              <a:defRPr sz="1800"/>
            </a:pPr>
            <a:r>
              <a:t>Last-layer gradient computation (lm_head + embeddings)</a:t>
            </a:r>
          </a:p>
          <a:p>
            <a:pPr lvl="1">
              <a:defRPr sz="1800"/>
            </a:pPr>
            <a:r>
              <a:t>10-20x faster than full-model gradients</a:t>
            </a:r>
          </a:p>
          <a:p>
            <a:pPr lvl="1">
              <a:defRPr sz="1800"/>
            </a:pPr>
            <a:r>
              <a:t>Checkpoints across multiple epochs for influence tracking</a:t>
            </a:r>
          </a:p>
          <a:p>
            <a:pPr lvl="1">
              <a:defRPr sz="1800"/>
            </a:pPr>
            <a:r>
              <a:t>Identifies samples that push model toward backdoor triggers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Output:</a:t>
            </a:r>
          </a:p>
          <a:p>
            <a:pPr lvl="1">
              <a:defRPr sz="1800"/>
            </a:pPr>
            <a:r>
              <a:t>Influence score per sample (0-1 range)</a:t>
            </a:r>
          </a:p>
          <a:p>
            <a:pPr lvl="1">
              <a:defRPr sz="1800"/>
            </a:pPr>
            <a:r>
              <a:t>Higher score = more suspicious / likely poisoned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JIE Algorithm: Gradient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last-layer gradients to measure sample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sample gradient (last-layer params)</a:t>
            </a:r>
            <a:br/>
            <a:r>
              <a:t>def compute_sample_gradient(model, tokenizer, text, device="cpu"):</a:t>
            </a:r>
            <a:br/>
            <a:r>
              <a:t>    model.train()</a:t>
            </a:r>
            <a:br/>
            <a:r>
              <a:t>    model.zero_grad()</a:t>
            </a:r>
            <a:br/>
            <a:r>
              <a:t>    </a:t>
            </a:r>
            <a:br/>
            <a:r>
              <a:t>    # Tokenize input</a:t>
            </a:r>
            <a:br/>
            <a:r>
              <a:t>    inputs = tokenizer(text, return_tensors="pt").to(device)</a:t>
            </a:r>
            <a:br/>
            <a:r>
              <a:t>    labels = inputs["input_ids"].clone()</a:t>
            </a:r>
            <a:br/>
            <a:r>
              <a:t>    </a:t>
            </a:r>
            <a:br/>
            <a:r>
              <a:t>    # Forward + Backward pass</a:t>
            </a:r>
            <a:br/>
            <a:r>
              <a:t>    outputs = model(input_ids=inputs["input_ids"], labels=labels)</a:t>
            </a:r>
            <a:br/>
            <a:r>
              <a:t>    loss = outputs.loss</a:t>
            </a:r>
            <a:br/>
            <a:r>
              <a:t>    loss.backward()</a:t>
            </a:r>
            <a:br/>
            <a:r>
              <a:t>    </a:t>
            </a:r>
            <a:br/>
            <a:r>
              <a:t>    # Extract gradients from last-layer params (lm_head, wte)</a:t>
            </a:r>
            <a:br/>
            <a:r>
              <a:t>    grad_pieces = []</a:t>
            </a:r>
            <a:br/>
            <a:r>
              <a:t>    for name, param in model.named_parameters():</a:t>
            </a:r>
            <a:br/>
            <a:r>
              <a:t>        if "lm_head" in name or "wte" in name:</a:t>
            </a:r>
            <a:br/>
            <a:r>
              <a:t>            if param.grad is not None:</a:t>
            </a:r>
            <a:br/>
            <a:r>
              <a:t>                grad_pieces.append(param.grad.detach().reshape(-1))</a:t>
            </a:r>
            <a:br/>
            <a:r>
              <a:t>    </a:t>
            </a:r>
            <a:br/>
            <a:r>
              <a:t>    # Concatenate all gradients into single vector</a:t>
            </a:r>
            <a:br/>
            <a:r>
              <a:t>    gradient_vector = torch.cat(grad_pieces)</a:t>
            </a:r>
            <a:br/>
            <a:r>
              <a:t>    return gradient_vector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JIE Algorithm: TracIn Influence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Calculate how each sample influences backdoor trigger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influence scores across checkpoints</a:t>
            </a:r>
            <a:br/>
            <a:r>
              <a:t>def compute_tracin_scores(train_gradients, target_gradients):</a:t>
            </a:r>
            <a:br/>
            <a:r>
              <a:t>    scores = {}</a:t>
            </a:r>
            <a:br/>
            <a:r>
              <a:t>    </a:t>
            </a:r>
            <a:br/>
            <a:r>
              <a:t>    for sample_id, train_grad in train_gradients.items():</a:t>
            </a:r>
            <a:br/>
            <a:r>
              <a:t>        influence_sum = 0.0</a:t>
            </a:r>
            <a:br/>
            <a:r>
              <a:t>        </a:t>
            </a:r>
            <a:br/>
            <a:r>
              <a:t>        # Sum dot products across all target samples</a:t>
            </a:r>
            <a:br/>
            <a:r>
              <a:t>        for target_grad in target_gradients:</a:t>
            </a:r>
            <a:br/>
            <a:r>
              <a:t>            dot_product = torch.dot(train_grad, target_grad)</a:t>
            </a:r>
            <a:br/>
            <a:r>
              <a:t>            influence_sum += dot_product.item()</a:t>
            </a:r>
            <a:br/>
            <a:r>
              <a:t>        </a:t>
            </a:r>
            <a:br/>
            <a:r>
              <a:t>        # Average influence across targets</a:t>
            </a:r>
            <a:br/>
            <a:r>
              <a:t>        scores[sample_id] = influence_sum / len(target_gradients)</a:t>
            </a:r>
            <a:br/>
            <a:r>
              <a:t>    </a:t>
            </a:r>
            <a:br/>
            <a:r>
              <a:t>    return scores</a:t>
            </a:r>
            <a:br/>
            <a:br/>
            <a:r>
              <a:t># Usage in JIE Detector</a:t>
            </a:r>
            <a:br/>
            <a:r>
              <a:t>scores = detector.detect(</a:t>
            </a:r>
            <a:br/>
            <a:r>
              <a:t>    train_samples=[{"sample_id": "1", "text": "sample text"}],</a:t>
            </a:r>
            <a:br/>
            <a:r>
              <a:t>    target_samples=[{"text": "backdoor trigger"}]</a:t>
            </a:r>
            <a:br/>
            <a:r>
              <a:t>)</a:t>
            </a:r>
            <a:br/>
            <a:r>
              <a:t># Returns: {"1": 0.85}  # High score = suspicious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RLOD Algorithm: Representation-Level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Concept: Embedding Space Analysis</a:t>
            </a:r>
          </a:p>
          <a:p>
            <a:pPr lvl="1">
              <a:defRPr sz="1800"/>
            </a:pPr>
            <a:r>
              <a:t>Poisoned samples have anomalous representations</a:t>
            </a:r>
          </a:p>
          <a:p>
            <a:pPr lvl="1">
              <a:defRPr sz="1800"/>
            </a:pPr>
            <a:r>
              <a:t>Detect outliers in hidden layer embedding space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Three Detection Methods:</a:t>
            </a:r>
          </a:p>
          <a:p>
            <a:pPr lvl="1">
              <a:defRPr sz="1800"/>
            </a:pPr>
            <a:r>
              <a:t>1. kNN Outlier Detection: Distance to k-nearest neighbors</a:t>
            </a:r>
          </a:p>
          <a:p>
            <a:pPr lvl="1">
              <a:defRPr sz="1800"/>
            </a:pPr>
            <a:r>
              <a:t>2. Spectral Analysis: Eigenvalue decomposition + clustering</a:t>
            </a:r>
          </a:p>
          <a:p>
            <a:pPr lvl="1">
              <a:defRPr sz="1800"/>
            </a:pPr>
            <a:r>
              <a:t>3. Clustering Analysis: Isolation from clean sample clusters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Process:</a:t>
            </a:r>
          </a:p>
          <a:p>
            <a:pPr lvl="1">
              <a:defRPr sz="1800"/>
            </a:pPr>
            <a:r>
              <a:t>Extract embeddings from specified layer (default: last hidden)</a:t>
            </a:r>
          </a:p>
          <a:p>
            <a:pPr lvl="1">
              <a:defRPr sz="1800"/>
            </a:pPr>
            <a:r>
              <a:t>Pool to fixed-size vectors + normalize</a:t>
            </a:r>
          </a:p>
          <a:p>
            <a:pPr lvl="1">
              <a:defRPr sz="1800"/>
            </a:pPr>
            <a:r>
              <a:t>Apply kNN + spectral + clustering analysis</a:t>
            </a:r>
          </a:p>
          <a:p>
            <a:pPr lvl="1">
              <a:defRPr sz="1800"/>
            </a:pPr>
            <a:r>
              <a:t>Combine scores with weighted average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RLOD Algorithm: Embedding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and pool hidden layer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Extract embeddings from hidden layers</a:t>
            </a:r>
            <a:br/>
            <a:r>
              <a:t>class EmbeddingExtractor:</a:t>
            </a:r>
            <a:br/>
            <a:r>
              <a:t>    def extract(self, texts, layer_index=-1):</a:t>
            </a:r>
            <a:br/>
            <a:r>
              <a:t>        embeddings = []</a:t>
            </a:r>
            <a:br/>
            <a:r>
              <a:t>        </a:t>
            </a:r>
            <a:br/>
            <a:r>
              <a:t>        for text in texts:</a:t>
            </a:r>
            <a:br/>
            <a:r>
              <a:t>            inputs = self.tokenizer(text, return_tensors="pt").to(self.device)</a:t>
            </a:r>
            <a:br/>
            <a:r>
              <a:t>            </a:t>
            </a:r>
            <a:br/>
            <a:r>
              <a:t>            # Forward pass with output_hidden_states</a:t>
            </a:r>
            <a:br/>
            <a:r>
              <a:t>            with torch.no_grad():</a:t>
            </a:r>
            <a:br/>
            <a:r>
              <a:t>                outputs = self.model(</a:t>
            </a:r>
            <a:br/>
            <a:r>
              <a:t>                    **inputs, </a:t>
            </a:r>
            <a:br/>
            <a:r>
              <a:t>                    output_hidden_states=True</a:t>
            </a:r>
            <a:br/>
            <a:r>
              <a:t>                )</a:t>
            </a:r>
            <a:br/>
            <a:r>
              <a:t>            </a:t>
            </a:r>
            <a:br/>
            <a:r>
              <a:t>            # Get specified layer's hidden states</a:t>
            </a:r>
            <a:br/>
            <a:r>
              <a:t>            hidden_states = outputs.hidden_states[layer_index]</a:t>
            </a:r>
            <a:br/>
            <a:r>
              <a:t>            </a:t>
            </a:r>
            <a:br/>
            <a:r>
              <a:t>            # Pool tokens to single vector (mean pooling)</a:t>
            </a:r>
            <a:br/>
            <a:r>
              <a:t>            pooled = hidden_states.mean(dim=1).squeeze()</a:t>
            </a:r>
            <a:br/>
            <a:r>
              <a:t>            </a:t>
            </a:r>
            <a:br/>
            <a:r>
              <a:t>            # Normalize</a:t>
            </a:r>
            <a:br/>
            <a:r>
              <a:t>            normalized = pooled / pooled.norm()</a:t>
            </a:r>
            <a:br/>
            <a:r>
              <a:t>            </a:t>
            </a:r>
            <a:br/>
            <a:r>
              <a:t>            embeddings.append(normalized)</a:t>
            </a:r>
            <a:br/>
            <a:r>
              <a:t>        </a:t>
            </a:r>
            <a:br/>
            <a:r>
              <a:t>        return torch.stack(embeddings)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RLOD Algorithm: Outlier Detection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kNN distance-based and spectral signature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kNN Outlier Detection</a:t>
            </a:r>
            <a:br/>
            <a:r>
              <a:t>def knn_outlier_score(embedding, baseline_embeddings, k=5):</a:t>
            </a:r>
            <a:br/>
            <a:r>
              <a:t>    # Compute distances to all baseline samples</a:t>
            </a:r>
            <a:br/>
            <a:r>
              <a:t>    distances = torch.cdist(embedding.unsqueeze(0), baseline_embeddings)</a:t>
            </a:r>
            <a:br/>
            <a:r>
              <a:t>    </a:t>
            </a:r>
            <a:br/>
            <a:r>
              <a:t>    # Get k-nearest neighbors</a:t>
            </a:r>
            <a:br/>
            <a:r>
              <a:t>    k_nearest_dists, _ = torch.topk(distances, k, largest=False)</a:t>
            </a:r>
            <a:br/>
            <a:r>
              <a:t>    </a:t>
            </a:r>
            <a:br/>
            <a:r>
              <a:t>    # Average distance = outlier score</a:t>
            </a:r>
            <a:br/>
            <a:r>
              <a:t>    outlier_score = k_nearest_dists.mean()</a:t>
            </a:r>
            <a:br/>
            <a:r>
              <a:t>    return outlier_score.item()</a:t>
            </a:r>
            <a:br/>
            <a:br/>
            <a:r>
              <a:t># RLOD: Spectral Analysis</a:t>
            </a:r>
            <a:br/>
            <a:r>
              <a:t>def spectral_outlier_score(embedding, baseline_embeddings):</a:t>
            </a:r>
            <a:br/>
            <a:r>
              <a:t>    # Compute covariance matrix</a:t>
            </a:r>
            <a:br/>
            <a:r>
              <a:t>    cov_matrix = torch.cov(baseline_embeddings.T)</a:t>
            </a:r>
            <a:br/>
            <a:r>
              <a:t>    </a:t>
            </a:r>
            <a:br/>
            <a:r>
              <a:t>    # Eigenvalue decomposition</a:t>
            </a:r>
            <a:br/>
            <a:r>
              <a:t>    eigenvalues, eigenvectors = torch.linalg.eigh(cov_matrix)</a:t>
            </a:r>
            <a:br/>
            <a:r>
              <a:t>    </a:t>
            </a:r>
            <a:br/>
            <a:r>
              <a:t>    # Project embedding onto principal components</a:t>
            </a:r>
            <a:br/>
            <a:r>
              <a:t>    projection = embedding @ eigenvectors</a:t>
            </a:r>
            <a:br/>
            <a:r>
              <a:t>    </a:t>
            </a:r>
            <a:br/>
            <a:r>
              <a:t>    # Score based on projection onto low-variance components</a:t>
            </a:r>
            <a:br/>
            <a:r>
              <a:t>    score = (projection ** 2 * (1 / (eigenvalues + 1e-6))).sum()</a:t>
            </a:r>
            <a:br/>
            <a:r>
              <a:t>    return score.item()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Integration Pipeline: JIE + RLOD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Combine both detection methods with adaptive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Integration Pipeline: Combine JIE + RLOD</a:t>
            </a:r>
            <a:br/>
            <a:r>
              <a:t>class IntegrationPipeline:</a:t>
            </a:r>
            <a:br/>
            <a:r>
              <a:t>    def __init__(self):</a:t>
            </a:r>
            <a:br/>
            <a:r>
              <a:t>        self.jie_detector = JIEDetector.from_config("config.yaml")</a:t>
            </a:r>
            <a:br/>
            <a:r>
              <a:t>        self.rlod_detector = RLODDetector.from_config("config.yaml")</a:t>
            </a:r>
            <a:br/>
            <a:r>
              <a:t>        self.scheduler = AdaptiveScheduler()  # 30% sampling</a:t>
            </a:r>
            <a:br/>
            <a:r>
              <a:t>    </a:t>
            </a:r>
            <a:br/>
            <a:r>
              <a:t>    def run_detection(self, samples, target_prompts):</a:t>
            </a:r>
            <a:br/>
            <a:r>
              <a:t>        results = []</a:t>
            </a:r>
            <a:br/>
            <a:r>
              <a:t>        </a:t>
            </a:r>
            <a:br/>
            <a:r>
              <a:t>        for sample in samples:</a:t>
            </a:r>
            <a:br/>
            <a:r>
              <a:t>            # JIE Detection</a:t>
            </a:r>
            <a:br/>
            <a:r>
              <a:t>            jie_score = self.jie_detector.detect(</a:t>
            </a:r>
            <a:br/>
            <a:r>
              <a:t>                train_samples=[sample],</a:t>
            </a:r>
            <a:br/>
            <a:r>
              <a:t>                target_samples=target_prompts</a:t>
            </a:r>
            <a:br/>
            <a:r>
              <a:t>            )[sample["sample_id"]]</a:t>
            </a:r>
            <a:br/>
            <a:r>
              <a:t>            </a:t>
            </a:r>
            <a:br/>
            <a:r>
              <a:t>            # RLOD Detection (only if JIE flags as suspicious)</a:t>
            </a:r>
            <a:br/>
            <a:r>
              <a:t>            if jie_score &gt; 0.5:</a:t>
            </a:r>
            <a:br/>
            <a:r>
              <a:t>                rlod_score = self.rlod_detector.detect([sample])[0]</a:t>
            </a:r>
            <a:br/>
            <a:r>
              <a:t>            else:</a:t>
            </a:r>
            <a:br/>
            <a:r>
              <a:t>                rlod_score = 0.0</a:t>
            </a:r>
            <a:br/>
            <a:r>
              <a:t>            </a:t>
            </a:r>
            <a:br/>
            <a:r>
              <a:t>            # Combined score (60% JIE + 40% RLOD)</a:t>
            </a:r>
            <a:br/>
            <a:r>
              <a:t>            combined = 0.6 * jie_score + 0.4 * rlod_score</a:t>
            </a:r>
            <a:br/>
            <a:r>
              <a:t>            </a:t>
            </a:r>
            <a:br/>
            <a:r>
              <a:t>            results.append({</a:t>
            </a:r>
            <a:br/>
            <a:r>
              <a:t>                "sample_id": sample["sample_id"],</a:t>
            </a:r>
            <a:br/>
            <a:r>
              <a:t>                "jie_score": jie_score,</a:t>
            </a:r>
            <a:br/>
            <a:r>
              <a:t>                "rlod_score": rlod_score,</a:t>
            </a:r>
            <a:br/>
            <a:r>
              <a:t>                "combined_score": combined,</a:t>
            </a:r>
            <a:br/>
            <a:r>
              <a:t>                "is_poisoned": combined &gt; 0.7</a:t>
            </a:r>
            <a:br/>
            <a:r>
              <a:t>            })</a:t>
            </a:r>
            <a:br/>
            <a:r>
              <a:t>        </a:t>
            </a:r>
            <a:br/>
            <a:r>
              <a:t>        return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Detection Endpoints:</a:t>
            </a:r>
          </a:p>
          <a:p>
            <a:pPr lvl="1">
              <a:defRPr sz="1800"/>
            </a:pPr>
            <a:r>
              <a:t>POST /api/detect - JIE detection (sync/async)</a:t>
            </a:r>
          </a:p>
          <a:p>
            <a:pPr lvl="1">
              <a:defRPr sz="1800"/>
            </a:pPr>
            <a:r>
              <a:t>POST /api/detect/rlod - RLOD detection</a:t>
            </a:r>
          </a:p>
          <a:p>
            <a:pPr lvl="1">
              <a:defRPr sz="1800"/>
            </a:pPr>
            <a:r>
              <a:t>POST /api/detect/combined - Combined JIE+RLOD</a:t>
            </a:r>
          </a:p>
          <a:p>
            <a:pPr lvl="1">
              <a:defRPr sz="1800"/>
            </a:pPr>
            <a:r>
              <a:t>GET /api/jobs/{job_id} - Check async job status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Monitoring Endpoints:</a:t>
            </a:r>
          </a:p>
          <a:p>
            <a:pPr lvl="1">
              <a:defRPr sz="1800"/>
            </a:pPr>
            <a:r>
              <a:t>GET /health - Liveness probe</a:t>
            </a:r>
          </a:p>
          <a:p>
            <a:pPr lvl="1">
              <a:defRPr sz="1800"/>
            </a:pPr>
            <a:r>
              <a:t>GET /ready - Readiness probe (validates checkpoints)</a:t>
            </a:r>
          </a:p>
          <a:p>
            <a:pPr lvl="1">
              <a:defRPr sz="1800"/>
            </a:pPr>
            <a:r>
              <a:t>GET /metrics - System metrics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Features:</a:t>
            </a:r>
          </a:p>
          <a:p>
            <a:pPr lvl="1">
              <a:defRPr sz="1800"/>
            </a:pPr>
            <a:r>
              <a:t>API key authentication</a:t>
            </a:r>
          </a:p>
          <a:p>
            <a:pPr lvl="1">
              <a:defRPr sz="1800"/>
            </a:pPr>
            <a:r>
              <a:t>Rate limiting (10 req/min)</a:t>
            </a:r>
          </a:p>
          <a:p>
            <a:pPr lvl="1">
              <a:defRPr sz="1800"/>
            </a:pPr>
            <a:r>
              <a:t>Input validation with Pydantic</a:t>
            </a:r>
          </a:p>
          <a:p>
            <a:pPr lvl="1">
              <a:defRPr sz="1800"/>
            </a:pPr>
            <a:r>
              <a:t>Celery workers for background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UI Components (React + 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Pages (4 Routes):</a:t>
            </a:r>
          </a:p>
          <a:p>
            <a:pPr lvl="1">
              <a:defRPr sz="1800"/>
            </a:pPr>
            <a:r>
              <a:t>Home - Landing page with project intro</a:t>
            </a:r>
          </a:p>
          <a:p>
            <a:pPr lvl="1">
              <a:defRPr sz="1800"/>
            </a:pPr>
            <a:r>
              <a:t>Dashboard - Analytics with 6 KPIs + 4 charts</a:t>
            </a:r>
          </a:p>
          <a:p>
            <a:pPr lvl="1">
              <a:defRPr sz="1800"/>
            </a:pPr>
            <a:r>
              <a:t>Chatbot - Interactive detection assistant</a:t>
            </a:r>
          </a:p>
          <a:p>
            <a:pPr lvl="1">
              <a:defRPr sz="1800"/>
            </a:pPr>
            <a:r>
              <a:t>Settings - Configuration &amp; preferences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Features:</a:t>
            </a:r>
          </a:p>
          <a:p>
            <a:pPr lvl="1">
              <a:defRPr sz="1800"/>
            </a:pPr>
            <a:r>
              <a:t>Sidebar navigation with responsive design</a:t>
            </a:r>
          </a:p>
          <a:p>
            <a:pPr lvl="1">
              <a:defRPr sz="1800"/>
            </a:pPr>
            <a:r>
              <a:t>Real-time detection results</a:t>
            </a:r>
          </a:p>
          <a:p>
            <a:pPr lvl="1">
              <a:defRPr sz="1800"/>
            </a:pPr>
            <a:r>
              <a:t>Data visualization (charts &amp; metrics)</a:t>
            </a:r>
          </a:p>
          <a:p>
            <a:pPr lvl="1">
              <a:defRPr sz="1800"/>
            </a:pPr>
            <a:r>
              <a:t>File upload for batch detection</a:t>
            </a:r>
          </a:p>
          <a:p>
            <a:pPr lvl="1">
              <a:defRPr sz="1800"/>
            </a:pPr>
            <a:r>
              <a:t>Tailwind CSS styling</a:t>
            </a:r>
          </a:p>
          <a:p>
            <a:pPr lvl="1">
              <a:defRPr sz="1800"/>
            </a:pPr>
            <a:r>
              <a:t>Axios API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3366"/>
                </a:solidFill>
              </a:defRPr>
            </a:pPr>
            <a:r>
              <a:t>Complete Workflow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┌──────────────┐        ┌──────────────┐        ┌──────────────┐</a:t>
            </a:r>
            <a:br/>
            <a:r>
              <a:t>│   Training   │───────&gt;│   Poisoned   │───────&gt;│   Deploy     │</a:t>
            </a:r>
            <a:br/>
            <a:r>
              <a:t>│   Dataset    │        │   Dataset    │        │   Model      │</a:t>
            </a:r>
            <a:br/>
            <a:r>
              <a:t>└──────────────┘        └──────────────┘        └──────────────┘</a:t>
            </a:r>
            <a:br/>
            <a:r>
              <a:t>                                │                        │</a:t>
            </a:r>
            <a:br/>
            <a:r>
              <a:t>                                │                        │</a:t>
            </a:r>
            <a:br/>
            <a:r>
              <a:t>                        ┌───────▼────────┐      ┌────────▼────────┐</a:t>
            </a:r>
            <a:br/>
            <a:r>
              <a:t>                        │  JIE Detector  │      │ RLOD Detector   │</a:t>
            </a:r>
            <a:br/>
            <a:r>
              <a:t>                        │  (TracIn)      │      │ (kNN+Spectral)  │</a:t>
            </a:r>
            <a:br/>
            <a:r>
              <a:t>                        └───────┬────────┘      └────────┬────────┘</a:t>
            </a:r>
            <a:br/>
            <a:r>
              <a:t>                                │                        │</a:t>
            </a:r>
            <a:br/>
            <a:r>
              <a:t>                                └────────┬───────────────┘</a:t>
            </a:r>
            <a:br/>
            <a:r>
              <a:t>                                         │</a:t>
            </a:r>
            <a:br/>
            <a:r>
              <a:t>                                  ┌──────▼──────┐</a:t>
            </a:r>
            <a:br/>
            <a:r>
              <a:t>                                  │  Combined   │</a:t>
            </a:r>
            <a:br/>
            <a:r>
              <a:t>                                  │  Detection  │</a:t>
            </a:r>
            <a:br/>
            <a:r>
              <a:t>                                  │  (60/40)    │</a:t>
            </a:r>
            <a:br/>
            <a:r>
              <a:t>                                  └──────┬──────┘</a:t>
            </a:r>
            <a:br/>
            <a:r>
              <a:t>                                         │</a:t>
            </a:r>
            <a:br/>
            <a:r>
              <a:t>                        ┌────────────────┼────────────────┐</a:t>
            </a:r>
            <a:br/>
            <a:r>
              <a:t>                        │                │                │</a:t>
            </a:r>
            <a:br/>
            <a:r>
              <a:t>                  ┌─────▼─────┐   ┌─────▼─────┐   ┌─────▼─────┐</a:t>
            </a:r>
            <a:br/>
            <a:r>
              <a:t>                  │  Clean    │   │ Suspicious │   │ Poisoned  │</a:t>
            </a:r>
            <a:br/>
            <a:r>
              <a:t>                  │  (&lt; 0.3)  │   │ (0.3-0.7) │   │ (&gt; 0.7)   │</a:t>
            </a:r>
            <a:br/>
            <a:r>
              <a:t>                  └───────────┘   └───────────┘   └───────────┘</a:t>
            </a:r>
            <a:br/>
            <a:r>
              <a:t>                        │                │                │</a:t>
            </a:r>
            <a:br/>
            <a:r>
              <a:t>                        └────────────────┼────────────────┘</a:t>
            </a:r>
            <a:br/>
            <a:r>
              <a:t>                                         │</a:t>
            </a:r>
            <a:br/>
            <a:r>
              <a:t>                                  ┌──────▼──────┐</a:t>
            </a:r>
            <a:br/>
            <a:r>
              <a:t>                                  │   Robust    │</a:t>
            </a:r>
            <a:br/>
            <a:r>
              <a:t>                                  │   Training  │</a:t>
            </a:r>
            <a:br/>
            <a:r>
              <a:t>                                  │  (Weighted) │</a:t>
            </a:r>
            <a:br/>
            <a:r>
              <a:t>                                  └─────────────┘</a:t>
            </a:r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JIE Detection Performance:</a:t>
            </a:r>
          </a:p>
          <a:p>
            <a:pPr lvl="1">
              <a:defRPr sz="1800"/>
            </a:pPr>
            <a:r>
              <a:t>Overhead: 12-15% with last-layer gradients</a:t>
            </a:r>
          </a:p>
          <a:p>
            <a:pPr lvl="1">
              <a:defRPr sz="1800"/>
            </a:pPr>
            <a:r>
              <a:t>Accuracy: ~95% on backdoor trigger detection</a:t>
            </a:r>
          </a:p>
          <a:p>
            <a:pPr lvl="1">
              <a:defRPr sz="1800"/>
            </a:pPr>
            <a:r>
              <a:t>Adaptive sampling: 30% of samples per epoch</a:t>
            </a:r>
          </a:p>
          <a:p>
            <a:pPr lvl="1">
              <a:defRPr sz="1800"/>
            </a:pPr>
            <a:r>
              <a:t>Gradient checkpointing: 40% memory reduction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RLOD Detection Performance:</a:t>
            </a:r>
          </a:p>
          <a:p>
            <a:pPr lvl="1">
              <a:defRPr sz="1800"/>
            </a:pPr>
            <a:r>
              <a:t>Embedding extraction: Fast with GPU acceleration</a:t>
            </a:r>
          </a:p>
          <a:p>
            <a:pPr lvl="1">
              <a:defRPr sz="1800"/>
            </a:pPr>
            <a:r>
              <a:t>kNN with FAISS: Handles large datasets efficiently</a:t>
            </a:r>
          </a:p>
          <a:p>
            <a:pPr lvl="1">
              <a:defRPr sz="1800"/>
            </a:pPr>
            <a:r>
              <a:t>Combined with JIE: Better coverage of poisoning types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Overall System:</a:t>
            </a:r>
          </a:p>
          <a:p>
            <a:pPr lvl="1">
              <a:defRPr sz="1800"/>
            </a:pPr>
            <a:r>
              <a:t>API Response: &lt;60s for sync requests</a:t>
            </a:r>
          </a:p>
          <a:p>
            <a:pPr lvl="1">
              <a:defRPr sz="1800"/>
            </a:pPr>
            <a:r>
              <a:t>Batch processing: Up to 1000 samples per request</a:t>
            </a:r>
          </a:p>
          <a:p>
            <a:pPr lvl="1">
              <a:defRPr sz="1800"/>
            </a:pPr>
            <a:r>
              <a:t>Goal: Block poisoning attacks with ≤250 samples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Backend:</a:t>
            </a:r>
          </a:p>
          <a:p>
            <a:pPr lvl="1">
              <a:defRPr sz="1800"/>
            </a:pPr>
            <a:r>
              <a:t>FastAPI - RESTful API framework</a:t>
            </a:r>
          </a:p>
          <a:p>
            <a:pPr lvl="1">
              <a:defRPr sz="1800"/>
            </a:pPr>
            <a:r>
              <a:t>Celery - Distributed task queue</a:t>
            </a:r>
          </a:p>
          <a:p>
            <a:pPr lvl="1">
              <a:defRPr sz="1800"/>
            </a:pPr>
            <a:r>
              <a:t>Redis - Caching &amp; message broker</a:t>
            </a:r>
          </a:p>
          <a:p>
            <a:pPr lvl="1">
              <a:defRPr sz="1800"/>
            </a:pPr>
            <a:r>
              <a:t>PyTorch - Deep learning framework</a:t>
            </a:r>
          </a:p>
          <a:p>
            <a:pPr lvl="1">
              <a:defRPr sz="1800"/>
            </a:pPr>
            <a:r>
              <a:t>Transformers - HuggingFace models</a:t>
            </a:r>
          </a:p>
          <a:p>
            <a:pPr lvl="1">
              <a:defRPr sz="1800"/>
            </a:pPr>
            <a:r>
              <a:t>FAISS - Fast similarity 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Frontend:</a:t>
            </a:r>
          </a:p>
          <a:p>
            <a:pPr lvl="1">
              <a:defRPr sz="1800"/>
            </a:pPr>
            <a:r>
              <a:t>React - UI framework</a:t>
            </a:r>
          </a:p>
          <a:p>
            <a:pPr lvl="1">
              <a:defRPr sz="1800"/>
            </a:pPr>
            <a:r>
              <a:t>Vite - Build tool</a:t>
            </a:r>
          </a:p>
          <a:p>
            <a:pPr lvl="1">
              <a:defRPr sz="1800"/>
            </a:pPr>
            <a:r>
              <a:t>Tailwind CSS - Styling</a:t>
            </a:r>
          </a:p>
          <a:p>
            <a:pPr lvl="1">
              <a:defRPr sz="1800"/>
            </a:pPr>
            <a:r>
              <a:t>Axios - HTTP client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Model &amp; Data:</a:t>
            </a:r>
          </a:p>
          <a:p>
            <a:pPr lvl="1">
              <a:defRPr sz="1800"/>
            </a:pPr>
            <a:r>
              <a:t>GPT-2-Medium (base model)</a:t>
            </a:r>
          </a:p>
          <a:p>
            <a:pPr lvl="1">
              <a:defRPr sz="1800"/>
            </a:pPr>
            <a:r>
              <a:t>WikiText-103 (training dataset)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 Summary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Functional Requirements (24 total):</a:t>
            </a:r>
          </a:p>
          <a:p>
            <a:pPr lvl="1">
              <a:defRPr sz="1800"/>
            </a:pPr>
            <a:r>
              <a:t>Dataset Management: Upload, validate, configure poisoned datasets</a:t>
            </a:r>
          </a:p>
          <a:p>
            <a:pPr lvl="1">
              <a:defRPr sz="1800"/>
            </a:pPr>
            <a:r>
              <a:t>Detection Engine: Run JIE, RLOD, and combined detection modes</a:t>
            </a:r>
          </a:p>
          <a:p>
            <a:pPr lvl="1">
              <a:defRPr sz="1800"/>
            </a:pPr>
            <a:r>
              <a:t>Training Integration: Weighted robust training with detection outputs</a:t>
            </a:r>
          </a:p>
          <a:p>
            <a:pPr lvl="1">
              <a:defRPr sz="1800"/>
            </a:pPr>
            <a:r>
              <a:t>Async Processing: Task queue with real-time progress tracking</a:t>
            </a:r>
          </a:p>
          <a:p>
            <a:pPr lvl="1">
              <a:defRPr sz="1800"/>
            </a:pPr>
            <a:r>
              <a:t>Checkpoint Management: Save/resume full training state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Performance Targets (NFRs):</a:t>
            </a:r>
          </a:p>
          <a:p>
            <a:pPr lvl="1">
              <a:defRPr sz="1800"/>
            </a:pPr>
            <a:r>
              <a:t>Detection Rate: &gt; 85% (AC-1)</a:t>
            </a:r>
          </a:p>
          <a:p>
            <a:pPr lvl="1">
              <a:defRPr sz="1800"/>
            </a:pPr>
            <a:r>
              <a:t>False Positive Rate: &lt; 7% (AC-2)</a:t>
            </a:r>
          </a:p>
          <a:p>
            <a:pPr lvl="1">
              <a:defRPr sz="1800"/>
            </a:pPr>
            <a:r>
              <a:t>Training Overhead: &lt; 25% compared to baseline (AC-3)</a:t>
            </a:r>
          </a:p>
          <a:p>
            <a:pPr lvl="1">
              <a:defRPr sz="1800"/>
            </a:pPr>
            <a:r>
              <a:t>Sync API Response: &lt; 60 seconds (NFR-5)</a:t>
            </a:r>
          </a:p>
          <a:p>
            <a:pPr lvl="1">
              <a:defRPr sz="1800"/>
            </a:pPr>
            <a:r>
              <a:t>Batch Processing: Up to 1000 samples per request (NFR-6)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SRS Version: 1.0  |  Date: 2026-02-26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Acceptance Criteria (AC-1 to AC-9):</a:t>
            </a:r>
          </a:p>
          <a:p>
            <a:pPr lvl="1">
              <a:defRPr sz="1800"/>
            </a:pPr>
            <a:r>
              <a:t>AC-1: Detection rate &gt; 85% on benchmark datasets</a:t>
            </a:r>
          </a:p>
          <a:p>
            <a:pPr lvl="1">
              <a:defRPr sz="1800"/>
            </a:pPr>
            <a:r>
              <a:t>AC-2: False positive rate &lt; 7%</a:t>
            </a:r>
          </a:p>
          <a:p>
            <a:pPr lvl="1">
              <a:defRPr sz="1800"/>
            </a:pPr>
            <a:r>
              <a:t>AC-3: Training overhead &lt; 25% vs baseline</a:t>
            </a:r>
          </a:p>
          <a:p>
            <a:pPr lvl="1">
              <a:defRPr sz="1800"/>
            </a:pPr>
            <a:r>
              <a:t>AC-4: Block poisoning attacks with ≤ 250 samples</a:t>
            </a:r>
          </a:p>
          <a:p>
            <a:pPr lvl="1">
              <a:defRPr sz="1800"/>
            </a:pPr>
            <a:r>
              <a:t>AC-5: All FR-1–FR-24 implemented and tested</a:t>
            </a:r>
          </a:p>
          <a:p>
            <a:pPr lvl="1">
              <a:defRPr sz="1800"/>
            </a:pPr>
            <a:r>
              <a:t>AC-6: Complete API docs with example calls</a:t>
            </a:r>
          </a:p>
          <a:p>
            <a:pPr lvl="1">
              <a:defRPr sz="1800"/>
            </a:pPr>
            <a:r>
              <a:t>AC-7: Docker-compose brings up all services</a:t>
            </a:r>
          </a:p>
          <a:p>
            <a:pPr lvl="1">
              <a:defRPr sz="1800"/>
            </a:pPr>
            <a:r>
              <a:t>AC-8: Frontend loads and communicates with backend</a:t>
            </a:r>
          </a:p>
          <a:p>
            <a:pPr lvl="1">
              <a:defRPr sz="1800"/>
            </a:pPr>
            <a:r>
              <a:t>AC-9: Checkpoint save/resume working correctly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 Mitigations:</a:t>
            </a:r>
          </a:p>
          <a:p>
            <a:pPr lvl="1">
              <a:defRPr sz="1800"/>
            </a:pPr>
            <a:r>
              <a:t>R-1: RLOD incomplete → fallback to JIE-only mode</a:t>
            </a:r>
          </a:p>
          <a:p>
            <a:pPr lvl="1">
              <a:defRPr sz="1800"/>
            </a:pPr>
            <a:r>
              <a:t>R-2: Checkpoint paths → documented in CHECKPOINT_USAGE_GUIDE.md</a:t>
            </a:r>
          </a:p>
          <a:p>
            <a:pPr lvl="1">
              <a:defRPr sz="1800"/>
            </a:pPr>
            <a:r>
              <a:t>R-3: Redis sync latency → configurable timeouts + retries</a:t>
            </a:r>
          </a:p>
          <a:p>
            <a:pPr lvl="1">
              <a:defRPr sz="1800"/>
            </a:pPr>
            <a:r>
              <a:t>R-4: False positives → tunable threshold (default 0.5)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 &amp; 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Completed Components:</a:t>
            </a:r>
          </a:p>
          <a:p>
            <a:pPr lvl="1">
              <a:defRPr sz="1800"/>
            </a:pPr>
            <a:r>
              <a:t>✅ JIE Detection System (95% complete)</a:t>
            </a:r>
          </a:p>
          <a:p>
            <a:pPr lvl="1">
              <a:defRPr sz="1800"/>
            </a:pPr>
            <a:r>
              <a:t>✅ RLOD Detection System (85% complete)</a:t>
            </a:r>
          </a:p>
          <a:p>
            <a:pPr lvl="1">
              <a:defRPr sz="1800"/>
            </a:pPr>
            <a:r>
              <a:t>✅ FastAPI Backend with async workers</a:t>
            </a:r>
          </a:p>
          <a:p>
            <a:pPr lvl="1">
              <a:defRPr sz="1800"/>
            </a:pPr>
            <a:r>
              <a:t>✅ React Frontend with Dashboard &amp; Chatbot</a:t>
            </a:r>
          </a:p>
          <a:p>
            <a:pPr lvl="1">
              <a:defRPr sz="1800"/>
            </a:pPr>
            <a:r>
              <a:t>✅ Integration Pipeline with adaptive scheduling</a:t>
            </a:r>
          </a:p>
          <a:p>
            <a:pPr lvl="1">
              <a:defRPr sz="1800"/>
            </a:pPr>
            <a:r>
              <a:t>✅ Docker deployment on GCP (35.237.37.33:8000)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 Progress:</a:t>
            </a:r>
          </a:p>
          <a:p>
            <a:pPr lvl="1">
              <a:defRPr sz="1800"/>
            </a:pPr>
            <a:r>
              <a:t>⚠ RLOD fine-tuning and optimization</a:t>
            </a:r>
          </a:p>
          <a:p>
            <a:pPr lvl="1">
              <a:defRPr sz="1800"/>
            </a:pPr>
            <a:r>
              <a:t>⚠ End-to-end integration testing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Overall Progress: ~70% Complete  |  SRS Compliance: AC-1 to AC-9 tracked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Achievements:</a:t>
            </a:r>
          </a:p>
          <a:p>
            <a:pPr lvl="1">
              <a:defRPr sz="1800"/>
            </a:pPr>
            <a:r>
              <a:t>Built custom ML models for backdoor detection</a:t>
            </a:r>
          </a:p>
          <a:p>
            <a:pPr lvl="1">
              <a:defRPr sz="1800"/>
            </a:pPr>
            <a:r>
              <a:t>Implemented two-layer defense (JIE + RLOD)</a:t>
            </a:r>
          </a:p>
          <a:p>
            <a:pPr lvl="1">
              <a:defRPr sz="1800"/>
            </a:pPr>
            <a:r>
              <a:t>Created production-ready API and UI</a:t>
            </a:r>
          </a:p>
          <a:p>
            <a:pPr lvl="1">
              <a:defRPr sz="1800"/>
            </a:pPr>
            <a:r>
              <a:t>Optimized performance with last-layer gradients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 Enhancements:</a:t>
            </a:r>
          </a:p>
          <a:p>
            <a:pPr lvl="1">
              <a:defRPr sz="1800"/>
            </a:pPr>
            <a:r>
              <a:t>Expand to other model architectures (BERT, T5)</a:t>
            </a:r>
          </a:p>
          <a:p>
            <a:pPr lvl="1">
              <a:defRPr sz="1800"/>
            </a:pPr>
            <a:r>
              <a:t>Real-time streaming detection</a:t>
            </a:r>
          </a:p>
          <a:p>
            <a:pPr lvl="1">
              <a:defRPr sz="1800"/>
            </a:pPr>
            <a:r>
              <a:t>Auto-mitigation with model fine-tuning</a:t>
            </a:r>
          </a:p>
          <a:p>
            <a:pPr lvl="1">
              <a:defRPr sz="1800"/>
            </a:pPr>
            <a:r>
              <a:t>Enhanced visualization tools</a:t>
            </a:r>
          </a:p>
          <a:p>
            <a:pPr lvl="1">
              <a:defRPr sz="1800"/>
            </a:pPr>
            <a:r>
              <a:t>Scalability testing with larger datasets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Impact:</a:t>
            </a:r>
          </a:p>
          <a:p>
            <a:pPr lvl="1">
              <a:defRPr sz="1800"/>
            </a:pPr>
            <a:r>
              <a:t>Protect AI models from data poisoning attacks</a:t>
            </a:r>
          </a:p>
          <a:p>
            <a:pPr lvl="1">
              <a:defRPr sz="1800"/>
            </a:pPr>
            <a:r>
              <a:t>Ensure model safety and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